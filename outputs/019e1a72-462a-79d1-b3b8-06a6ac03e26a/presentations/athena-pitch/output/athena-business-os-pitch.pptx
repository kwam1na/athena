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951a138cb849d0" /><Relationship Type="http://schemas.openxmlformats.org/officeDocument/2006/relationships/extended-properties" Target="/docProps/app.xml" Id="R868b0590c3cb4077" /><Relationship Type="http://schemas.openxmlformats.org/officeDocument/2006/relationships/officeDocument" Target="/ppt/presentation.xml" Id="R48173aaece1b48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b3c120d6684538"/>
  </p:sldMasterIdLst>
  <p:notesMasterIdLst>
    <p:notesMasterId xmlns:r="http://schemas.openxmlformats.org/officeDocument/2006/relationships" r:id="R5514fcceff8944ad"/>
  </p:notesMasterIdLst>
  <p:sldIdLst>
    <p:sldId xmlns:r="http://schemas.openxmlformats.org/officeDocument/2006/relationships" id="256" r:id="R99fc152da7e9408d"/>
    <p:sldId xmlns:r="http://schemas.openxmlformats.org/officeDocument/2006/relationships" id="257" r:id="Rb947fa4295454203"/>
    <p:sldId xmlns:r="http://schemas.openxmlformats.org/officeDocument/2006/relationships" id="258" r:id="R8d21039da91b4a6d"/>
    <p:sldId xmlns:r="http://schemas.openxmlformats.org/officeDocument/2006/relationships" id="259" r:id="R178db1b4f28640a7"/>
    <p:sldId xmlns:r="http://schemas.openxmlformats.org/officeDocument/2006/relationships" id="260" r:id="R059a4c6cde224064"/>
    <p:sldId xmlns:r="http://schemas.openxmlformats.org/officeDocument/2006/relationships" id="261" r:id="R04f73e63567f46b2"/>
    <p:sldId xmlns:r="http://schemas.openxmlformats.org/officeDocument/2006/relationships" id="262" r:id="R42272c2eac1541e2"/>
    <p:sldId xmlns:r="http://schemas.openxmlformats.org/officeDocument/2006/relationships" id="263" r:id="R66dbfa27a24b4d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3c120d6684538" /><Relationship Type="http://schemas.openxmlformats.org/officeDocument/2006/relationships/theme" Target="/ppt/theme/theme1.xml" Id="R9a0b534acfa84ee7" /><Relationship Type="http://schemas.openxmlformats.org/officeDocument/2006/relationships/notesMaster" Target="/ppt/notesMasters/notesMaster1.xml" Id="R5514fcceff8944ad" /><Relationship Type="http://schemas.openxmlformats.org/officeDocument/2006/relationships/presProps" Target="/ppt/presProps.xml" Id="Ra4ca387b98d34895" /><Relationship Type="http://schemas.openxmlformats.org/officeDocument/2006/relationships/viewProps" Target="/ppt/viewProps.xml" Id="R6677088e6f1a4e34" /><Relationship Type="http://schemas.openxmlformats.org/officeDocument/2006/relationships/tableStyles" Target="/ppt/tableStyles.xml" Id="Re91029f6601e4ef1" /><Relationship Type="http://schemas.openxmlformats.org/officeDocument/2006/relationships/slide" Target="/ppt/slides/slide1.xml" Id="R99fc152da7e9408d" /><Relationship Type="http://schemas.openxmlformats.org/officeDocument/2006/relationships/slide" Target="/ppt/slides/slide2.xml" Id="Rb947fa4295454203" /><Relationship Type="http://schemas.openxmlformats.org/officeDocument/2006/relationships/slide" Target="/ppt/slides/slide3.xml" Id="R8d21039da91b4a6d" /><Relationship Type="http://schemas.openxmlformats.org/officeDocument/2006/relationships/slide" Target="/ppt/slides/slide4.xml" Id="R178db1b4f28640a7" /><Relationship Type="http://schemas.openxmlformats.org/officeDocument/2006/relationships/slide" Target="/ppt/slides/slide5.xml" Id="R059a4c6cde224064" /><Relationship Type="http://schemas.openxmlformats.org/officeDocument/2006/relationships/slide" Target="/ppt/slides/slide6.xml" Id="R04f73e63567f46b2" /><Relationship Type="http://schemas.openxmlformats.org/officeDocument/2006/relationships/slide" Target="/ppt/slides/slide7.xml" Id="R42272c2eac1541e2" /><Relationship Type="http://schemas.openxmlformats.org/officeDocument/2006/relationships/slide" Target="/ppt/slides/slide8.xml" Id="R66dbfa27a24b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f9b269c8574a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2c9461f9de4a7d" /><Relationship Type="http://schemas.openxmlformats.org/officeDocument/2006/relationships/notesMaster" Target="/ppt/notesMasters/notesMaster1.xml" Id="R6b2ecc883a8149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f6603b5d484186" /><Relationship Type="http://schemas.openxmlformats.org/officeDocument/2006/relationships/notesMaster" Target="/ppt/notesMasters/notesMaster1.xml" Id="R2131312d068b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9e7a1f32824e08" /><Relationship Type="http://schemas.openxmlformats.org/officeDocument/2006/relationships/notesMaster" Target="/ppt/notesMasters/notesMaster1.xml" Id="R47f6795979e541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0b9570ac404e4f" /><Relationship Type="http://schemas.openxmlformats.org/officeDocument/2006/relationships/notesMaster" Target="/ppt/notesMasters/notesMaster1.xml" Id="Rc28dffad7e02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8cfb0d07c64643" /><Relationship Type="http://schemas.openxmlformats.org/officeDocument/2006/relationships/notesMaster" Target="/ppt/notesMasters/notesMaster1.xml" Id="R0cf88e2e54274e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bd654af0be48a7" /><Relationship Type="http://schemas.openxmlformats.org/officeDocument/2006/relationships/notesMaster" Target="/ppt/notesMasters/notesMaster1.xml" Id="R4b96db75283240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fbc68743b4840" /><Relationship Type="http://schemas.openxmlformats.org/officeDocument/2006/relationships/notesMaster" Target="/ppt/notesMasters/notesMaster1.xml" Id="R64f0f419902a45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23ff51abb14f31" /><Relationship Type="http://schemas.openxmlformats.org/officeDocument/2006/relationships/notesMaster" Target="/ppt/notesMasters/notesMaster1.xml" Id="R7203ea9dfdc54d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ab467adf6441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7982939cb543b3" /><Relationship Type="http://schemas.openxmlformats.org/officeDocument/2006/relationships/slideLayout" Target="/ppt/slideLayouts/slideLayout2.xml" Id="R34ad8a165b8043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ad8a165b8043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66b14e4a814dfe" /><Relationship Type="http://schemas.openxmlformats.org/officeDocument/2006/relationships/image" Target="/ppt/media/image.png" Id="R0a43bf884faf4395" /><Relationship Type="http://schemas.openxmlformats.org/officeDocument/2006/relationships/notesSlide" Target="/ppt/notesSlides/notesSlide1.xml" Id="R2f1278ffe7894f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d606ac71814ce1" /><Relationship Type="http://schemas.openxmlformats.org/officeDocument/2006/relationships/notesSlide" Target="/ppt/notesSlides/notesSlide2.xml" Id="Rbb3efbdc39a943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0c93e29eb473e" /><Relationship Type="http://schemas.openxmlformats.org/officeDocument/2006/relationships/image" Target="/ppt/media/image2.png" Id="Rfc865a17690d40cd" /><Relationship Type="http://schemas.openxmlformats.org/officeDocument/2006/relationships/notesSlide" Target="/ppt/notesSlides/notesSlide3.xml" Id="R8401724964b24f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cafb3eeb884113" /><Relationship Type="http://schemas.openxmlformats.org/officeDocument/2006/relationships/image" Target="/ppt/media/image3.png" Id="Rfa9618a34f074c36" /><Relationship Type="http://schemas.openxmlformats.org/officeDocument/2006/relationships/image" Target="/ppt/media/image4.png" Id="Re8cad9ea28964527" /><Relationship Type="http://schemas.openxmlformats.org/officeDocument/2006/relationships/notesSlide" Target="/ppt/notesSlides/notesSlide4.xml" Id="R5c3d179d9308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a8e46be3174df8" /><Relationship Type="http://schemas.openxmlformats.org/officeDocument/2006/relationships/image" Target="/ppt/media/image5.png" Id="Rd46d85fbb9e74ceb" /><Relationship Type="http://schemas.openxmlformats.org/officeDocument/2006/relationships/image" Target="/ppt/media/image6.png" Id="Rf445a592def24b6b" /><Relationship Type="http://schemas.openxmlformats.org/officeDocument/2006/relationships/notesSlide" Target="/ppt/notesSlides/notesSlide5.xml" Id="Rb9f6202305b246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4e11ce3f6344fc" /><Relationship Type="http://schemas.openxmlformats.org/officeDocument/2006/relationships/image" Target="/ppt/media/image7.png" Id="R75cf02977f254eee" /><Relationship Type="http://schemas.openxmlformats.org/officeDocument/2006/relationships/notesSlide" Target="/ppt/notesSlides/notesSlide6.xml" Id="R3bcf5ebaa4c24f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734f9b6ef4231" /><Relationship Type="http://schemas.openxmlformats.org/officeDocument/2006/relationships/image" Target="/ppt/media/image8.png" Id="R1ad2c6854c954bf7" /><Relationship Type="http://schemas.openxmlformats.org/officeDocument/2006/relationships/notesSlide" Target="/ppt/notesSlides/notesSlide7.xml" Id="Rc2b6cc15e86b41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a6c216396a48d5" /><Relationship Type="http://schemas.openxmlformats.org/officeDocument/2006/relationships/notesSlide" Target="/ppt/notesSlides/notesSlide8.xml" Id="R16ddfa8114b248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E18F9A-03E0-4588-8D83-C4CA5A02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3bf884faf4395"/>
          <a:srcRect xmlns:a="http://schemas.openxmlformats.org/drawingml/2006/main" l="5357" t="0" r="53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800100"/>
            <a:ext cx="5334000" cy="3733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3C2CC-0E11-4E8A-9FAB-80FCD360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334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8B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C5D2F-BA8A-432C-96B4-0D79B549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ATHENA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7A0EF-143F-4E67-95D9-8BC434F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5334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business OS for the owner who runs everything.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CB472-71C4-4709-BACC-A4E7CEC2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Sell in person. Sell online. Replenish stock. Control cash. Run services. Close the day with evidence instead of guesswork.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86EAF-D453-49FC-9335-DC82EED8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Built for solo retail and service 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C9E18-A625-4078-A3D8-D5119041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17E"/>
                </a:solidFill>
                <a:latin typeface="Aptos"/>
                <a:ea typeface="Aptos"/>
                <a:cs typeface="Aptos"/>
              </a:rPr>
              <a:t>Source: Athena live app and repo business OS audit.</a:t>
            </a:r>
          </a:p>
        </p:txBody>
      </p:sp>
    </p:spTree>
    <p:extLst>
      <p:ext uri="{BB962C8B-B14F-4D97-AF65-F5344CB8AC3E}">
        <p14:creationId xmlns:p14="http://schemas.microsoft.com/office/powerpoint/2010/main" val="13768347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AC684-780F-4C62-BC1F-37DDC787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ABE1E-4090-4549-BE6F-53DAD542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51BC3-7118-4639-9584-AFA1B484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Small operators do not need more apps. They need one control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886B8-81B1-47DA-B00D-98E32C4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Athena turns the messy daily flow into one operating rhythm: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67E62-1C7F-4F30-90B2-3078BC1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9BC23-6E77-40EC-A648-F793EB06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E1A6D-F709-4888-9225-2C1D9802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1203A-08DD-46F7-A7AC-40AB1E2A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POS, online checkout, orders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0EF44-A7BE-46A5-B88A-3965C9B6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6235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510DB-93CA-4F38-9428-1B88A391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BA867-9E76-4090-8CBB-380DD9D9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F1316-7417-4EB4-B9CD-3AE5A912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528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AEE5F-3A37-43C3-B06A-A0C3354A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338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drawers, approvals, daily close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5C091-693A-434E-9E3C-A346A34E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6235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2F187-F2A9-4578-9A7E-2795C46F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BA7CB-82EE-42B0-9E08-AF13A0C2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7185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3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5AA57-BDE3-496F-9995-AE458978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Replenish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89D61-7FE2-48EE-A39D-F82D9DFF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338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stock pressure, POs, receiving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9BD4F-F0A5-4E0E-9102-2C360F2B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56235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EC9E1-066E-46B0-B17A-3905C87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004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EB8AB-28BB-4573-9422-5CEE91D2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7185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F5D7A-93F7-47D7-8F46-BC931AB5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EAE61-5B27-490B-AF1E-D1947E71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338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intake, appointments,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FC3638-F6CB-4634-922C-2E19240C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62350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0D3AD-8619-4B35-9208-BD748172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790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9C7DB-1545-4CFC-AB87-0B8C66BE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7185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A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74C70-9878-4C84-B7BE-629AF4AA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528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36058-800E-4DF2-8D83-A6C99419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338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storefront behavior, 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48C03C-BA72-4BB8-8303-BDD7AA5B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Every action leaves evidence for the next one.</a:t>
            </a:r>
          </a:p>
        </p:txBody>
      </p:sp>
    </p:spTree>
    <p:extLst>
      <p:ext uri="{BB962C8B-B14F-4D97-AF65-F5344CB8AC3E}">
        <p14:creationId xmlns:p14="http://schemas.microsoft.com/office/powerpoint/2010/main" val="9485739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36E74-7C25-4A54-A5C6-79DEE04C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55A58-CA53-4112-875A-463F619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DAILY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E6DB3-FE56-4DFC-B707-CD4AAF96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Start the day knowing what needs attention.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0ED9B-AD31-4F0A-84DF-F9DCE24A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Daily Operations combines sales, cash, carry-forward work, approvals, registers, POS sessions, expenses, and the store-day timeline.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65a17690d40cd"/>
          <a:srcRect xmlns:a="http://schemas.openxmlformats.org/drawingml/2006/main" l="6402" t="0" r="64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723900"/>
            <a:ext cx="5448300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D0CC1-0D66-4B13-AB65-E4A5E240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96093-79A6-44BD-BE3A-DEFD737B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1F17A-FB82-4DD4-86B1-1120AD1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workflow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41AB5-2F29-4FA3-AED6-99E1A5F4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E745-9C58-42CF-801C-EEDBF6DA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57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83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9832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72D8C-8460-4DB1-85E3-95C92379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005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opening item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783FD-D28C-45AE-B75D-0CEE75B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0520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1B217-69F4-4D16-8D18-3B7D8498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57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5D9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5D9D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20BFD-1949-4AF5-9ACC-B32B83B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open exceptions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A165B-E376-41D8-B9DB-917CDB4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9525">
            <a:solidFill>
              <a:srgbClr val="D8E5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BD484-8047-4746-BDAA-A81D4AC5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Pitch line: Athena is the morning standup, the mid-day signal, and the end-of-day proof.</a:t>
            </a:r>
          </a:p>
        </p:txBody>
      </p:sp>
    </p:spTree>
    <p:extLst>
      <p:ext uri="{BB962C8B-B14F-4D97-AF65-F5344CB8AC3E}">
        <p14:creationId xmlns:p14="http://schemas.microsoft.com/office/powerpoint/2010/main" val="18607646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3E98E-E4B7-440F-8755-ED73B53A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BA1EF-1345-458E-843B-F6E09800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SELL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E6930-9ABF-43EC-8292-3D92384E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One sales layer for walk-ins and online orders.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A5E61-E63B-49DB-A316-D1240852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485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owner can move from checkout to completed orders without losing register, payment, delivery, or customer context.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618a34f074c36"/>
          <a:srcRect xmlns:a="http://schemas.openxmlformats.org/drawingml/2006/main" l="0" t="8462" r="0" b="8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609600"/>
            <a:ext cx="4953000" cy="2571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ad9ea28964527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3562350"/>
            <a:ext cx="4953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7ED3B-6D27-4107-9127-24FDB608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D0CD8-1255-46F7-AC7F-416B2D2F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5D9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5D9D"/>
                </a:solidFill>
                <a:latin typeface="Aptos Display"/>
                <a:ea typeface="Aptos Display"/>
                <a:cs typeface="Aptos Display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D1316-E4AB-40DC-988E-F6AED26D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completed orders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4AF99-2830-4EE8-AD3B-867C95E8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13332-9FF9-4570-A2A7-768FD8D0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rPr>
              <a:t>GH₵433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1D7CC-2625-47A1-A761-4E8EBBB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483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net revenue in demo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24551-AFAE-4BA5-9204-6F524CE7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5300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2B04A-614B-40C0-8A1B-7FBF281A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054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83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9832E"/>
                </a:solidFill>
                <a:latin typeface="Aptos Display"/>
                <a:ea typeface="Aptos Display"/>
                <a:cs typeface="Aptos Display"/>
              </a:rPr>
              <a:t>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A648D-7E50-43EF-9B0D-739965B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483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in-store checkout hub</a:t>
            </a:r>
          </a:p>
        </p:txBody>
      </p:sp>
    </p:spTree>
    <p:extLst>
      <p:ext uri="{BB962C8B-B14F-4D97-AF65-F5344CB8AC3E}">
        <p14:creationId xmlns:p14="http://schemas.microsoft.com/office/powerpoint/2010/main" val="6262010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6453D-591E-4CA1-B331-B2121860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05863-7890-4EBE-A8CE-B6F0A284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90C2D-289D-4FBE-9C1B-7D02F566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Cash and stock stop living in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DDE84-E476-493B-9366-0B377472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Athena binds the physical shop back to operational evidence: drawer sessions, deposits, variances, low-stock pressure, purchase drafts, and receiving.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d85fbb9e74ceb"/>
          <a:srcRect xmlns:a="http://schemas.openxmlformats.org/drawingml/2006/main" l="0" t="13504" r="0" b="13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590550"/>
            <a:ext cx="5219700" cy="23812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5a592def24b6b"/>
          <a:srcRect xmlns:a="http://schemas.openxmlformats.org/drawingml/2006/main" l="0" t="12044" r="0" b="12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3333750"/>
            <a:ext cx="52197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1D00-0F95-48B4-B121-4B0CFC04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459FF-DC53-4C38-804B-0B3AA3FC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83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9832E"/>
                </a:solidFill>
                <a:latin typeface="Aptos Display"/>
                <a:ea typeface="Aptos Display"/>
                <a:cs typeface="Aptos Display"/>
              </a:rPr>
              <a:t>137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EA97E-C403-4F22-82B8-3F1D735F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SKUs needing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3FEBC-9DF7-4181-9FED-82EEB87B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3FBE5-373D-442E-8FAC-D057C75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528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rPr>
              <a:t>GH₵0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4E1EB-C94C-472E-8A36-5196E9B7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variance to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D5F32-6653-454F-A8FE-C04EDBA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82461-AB16-4293-96D6-622C3BE1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26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The owner sees what to order, what to deposit, and what to close before the day drifts.</a:t>
            </a:r>
          </a:p>
        </p:txBody>
      </p:sp>
    </p:spTree>
    <p:extLst>
      <p:ext uri="{BB962C8B-B14F-4D97-AF65-F5344CB8AC3E}">
        <p14:creationId xmlns:p14="http://schemas.microsoft.com/office/powerpoint/2010/main" val="8332840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DB3144-88B3-49D0-9F1F-B73A486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444A4-F2F4-46EC-A45C-E1A0E2EB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E7E4A-3580-4040-9964-22C749BE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495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Services are real operations, not side notes.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f02977f254eee"/>
          <a:srcRect xmlns:a="http://schemas.openxmlformats.org/drawingml/2006/main" l="9302" t="0" r="9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704850"/>
            <a:ext cx="533400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8A157-BF4D-456F-A2BE-00864A2D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D890D-C2E9-447C-9806-178050A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9FA4F-F8B3-4EB7-B27E-CD308B0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8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walk-in or booked service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01A25-4D93-46AA-A6C0-0330E2EF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72DF6-1FB1-40A4-82BD-4C6A8E0A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Assign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D3957-9BFB-4133-944D-544A178E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71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staff owner, priority, channel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321B4-4442-4A0C-AF5C-D68F79DA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E388C-071F-4698-9E0D-DD467718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FC07F-F421-4BE8-94F7-4A4159D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deposit and customer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6AB19-280C-4AA2-903B-28788E3A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AC9DC-2A98-4055-B360-CB9D0C6F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06072-9149-4434-817A-E0E41B97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43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appointments, active cases, catalog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40E16-C0BA-4B44-A2B3-BADB172C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Retail + service workflows can share one customer and stock truth.</a:t>
            </a:r>
          </a:p>
        </p:txBody>
      </p:sp>
    </p:spTree>
    <p:extLst>
      <p:ext uri="{BB962C8B-B14F-4D97-AF65-F5344CB8AC3E}">
        <p14:creationId xmlns:p14="http://schemas.microsoft.com/office/powerpoint/2010/main" val="18309877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C95E21-CFAA-4649-8419-007E819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C5A5A-4D1B-4381-B6AC-09C7C20B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CF098-DEB6-480C-AF37-60BF970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Storefront behavior becomes an operating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B393C-A101-4D6D-AF35-B6ACE1AA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Athena shows who is moving, which products are drawing attention, and where checkout needs follow-up.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2c6854c954bf7"/>
          <a:srcRect xmlns:a="http://schemas.openxmlformats.org/drawingml/2006/main" l="9302" t="0" r="9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704850"/>
            <a:ext cx="53340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CB28-BF8B-45D9-930F-580C3B1B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8B9D9-8DA3-4F60-A59A-8612410A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E7D5B"/>
                </a:solidFill>
                <a:latin typeface="Aptos Display"/>
                <a:ea typeface="Aptos Display"/>
                <a:cs typeface="Aptos Display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3EB75-5261-4BB5-9056-AF5A086E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known shoppers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F4D20-E00D-425D-95BF-302D0D3C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767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0B323-2F0C-46D5-8DF9-7B174F37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291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5D9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5D9D"/>
                </a:solidFill>
                <a:latin typeface="Aptos Display"/>
                <a:ea typeface="Aptos Display"/>
                <a:cs typeface="Aptos Display"/>
              </a:rPr>
              <a:t>87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B2B83-D9CF-4969-BC5D-7F4D36DB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product 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43A1F-50D8-4EC9-A022-EFF5C14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767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4BAD6-783A-4BF3-A5CF-F8F0178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832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9832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06C5D-65C2-430F-BAE0-3E4AF484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720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visitors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22443-926F-44F3-AFDE-9DB87267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The next best action starts with real behavior.</a:t>
            </a:r>
          </a:p>
        </p:txBody>
      </p:sp>
    </p:spTree>
    <p:extLst>
      <p:ext uri="{BB962C8B-B14F-4D97-AF65-F5344CB8AC3E}">
        <p14:creationId xmlns:p14="http://schemas.microsoft.com/office/powerpoint/2010/main" val="10244835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F405F9-A6EB-4DA2-B51B-32CCCCE4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A36D7-DEA8-4E32-9390-8D2430BF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C7A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1C7A9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78731-2BB0-4D2A-821B-5452C152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666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Athena helps one owner run like a team.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0E7C0-06CA-4EB8-9957-FF107CF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4E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4E0"/>
                </a:solidFill>
                <a:latin typeface="Aptos"/>
                <a:ea typeface="Aptos"/>
                <a:cs typeface="Aptos"/>
              </a:rPr>
              <a:t>The pitch is simple: compress the daily back office into one calm control surface, then let every sale, stock move, service case, and cash action strengthen the next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A913E-C295-4C58-B087-969C2D57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0"/>
          </a:solidFill>
          <a:ln xmlns:a="http://schemas.openxmlformats.org/drawingml/2006/main" w="9525">
            <a:solidFill>
              <a:srgbClr val="3444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6597B-D084-4BFE-9E26-FB868060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Fewer blind spots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5CEBF-C7B4-44B8-87CD-38E73982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C9D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C9D1"/>
                </a:solidFill>
                <a:latin typeface="Aptos"/>
                <a:ea typeface="Aptos"/>
                <a:cs typeface="Aptos"/>
              </a:rPr>
              <a:t>cash, stock, orders, services, approvals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2B86B-7587-4D07-B481-0BC440E7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624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0"/>
          </a:solidFill>
          <a:ln xmlns:a="http://schemas.openxmlformats.org/drawingml/2006/main" w="9525">
            <a:solidFill>
              <a:srgbClr val="3444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73A01-126E-4DDE-9217-76B319E3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Faster handoffs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51F2E-C9D6-4E8F-A4E9-D08CFA3A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624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C9D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C9D1"/>
                </a:solidFill>
                <a:latin typeface="Aptos"/>
                <a:ea typeface="Aptos"/>
                <a:cs typeface="Aptos"/>
              </a:rPr>
              <a:t>daily open, close, queues, staff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A206F-741C-4834-98F7-6275CC13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0"/>
          </a:solidFill>
          <a:ln xmlns:a="http://schemas.openxmlformats.org/drawingml/2006/main" w="9525">
            <a:solidFill>
              <a:srgbClr val="3444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C7954-3076-4658-8AA3-2F109C35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Better customer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48DD2-C816-4F24-B946-430CFDE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C9D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C9D1"/>
                </a:solidFill>
                <a:latin typeface="Aptos"/>
                <a:ea typeface="Aptos"/>
                <a:cs typeface="Aptos"/>
              </a:rPr>
              <a:t>online behavior plus transaction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F0BAE-704A-468D-95B4-44AD6106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339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0"/>
          </a:solidFill>
          <a:ln xmlns:a="http://schemas.openxmlformats.org/drawingml/2006/main" w="9525">
            <a:solidFill>
              <a:srgbClr val="3444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08C26-FFA7-4D51-B99B-A4554EC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67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 leverage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52F54-5706-4C4E-B375-B527679C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340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C9D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C9D1"/>
                </a:solidFill>
                <a:latin typeface="Aptos"/>
                <a:ea typeface="Aptos"/>
                <a:cs typeface="Aptos"/>
              </a:rPr>
              <a:t>the system remembers what the owner cannot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00C72-CB59-4C53-B085-7457885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096000"/>
            <a:ext cx="491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A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6714F-301E-405D-B0D3-D76AA9F2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91250"/>
            <a:ext cx="468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Run the business from the operating day outward</a:t>
            </a:r>
          </a:p>
        </p:txBody>
      </p:sp>
    </p:spTree>
    <p:extLst>
      <p:ext uri="{BB962C8B-B14F-4D97-AF65-F5344CB8AC3E}">
        <p14:creationId xmlns:p14="http://schemas.microsoft.com/office/powerpoint/2010/main" val="480444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2026-05-12T04:49:29.9620000Z</dcterms:created>
  <dcterms:modified xsi:type="dcterms:W3CDTF">2026-05-12T04:49:29.9620000Z</dcterms:modified>
</coreProperties>
</file>